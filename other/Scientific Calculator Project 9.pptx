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5" r:id="rId6"/>
    <p:sldId id="261" r:id="rId7"/>
    <p:sldId id="262" r:id="rId8"/>
  </p:sldIdLst>
  <p:sldSz cx="20104100" cy="11309350"/>
  <p:notesSz cx="20104100" cy="113093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D80E4A3-4A3B-4B06-8865-7C75B0003611}" v="6" dt="2025-12-13T14:11:10.188"/>
    <p1510:client id="{C3A08DFA-69E9-418A-AD85-B51C0BBEB97A}" v="1" dt="2025-12-13T14:12:51.830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507807" y="3505898"/>
            <a:ext cx="17088486" cy="23749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900" b="1" i="0">
                <a:solidFill>
                  <a:srgbClr val="0A152B"/>
                </a:solidFill>
                <a:latin typeface="Courier New"/>
                <a:cs typeface="Courier New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15615" y="6333236"/>
            <a:ext cx="14072870" cy="28273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3669823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900" b="1" i="0">
                <a:solidFill>
                  <a:srgbClr val="0A152B"/>
                </a:solidFill>
                <a:latin typeface="Courier New"/>
                <a:cs typeface="Courier New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900" b="1" i="0">
                <a:solidFill>
                  <a:srgbClr val="0A152B"/>
                </a:solidFill>
                <a:latin typeface="Courier New"/>
                <a:cs typeface="Courier New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005205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10353611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12/13/2025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052" cy="477232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4803824"/>
            <a:ext cx="20104052" cy="6457482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900" b="1" i="0">
                <a:solidFill>
                  <a:srgbClr val="0A152B"/>
                </a:solidFill>
                <a:latin typeface="Courier New"/>
                <a:cs typeface="Courier New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12/13/2025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12/13/2025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254476" y="3956376"/>
            <a:ext cx="2660015" cy="469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900" b="1" i="0">
                <a:solidFill>
                  <a:srgbClr val="0A152B"/>
                </a:solidFill>
                <a:latin typeface="Courier New"/>
                <a:cs typeface="Courier New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05205" y="2601150"/>
            <a:ext cx="18093690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801699" y="4546999"/>
            <a:ext cx="499745" cy="70612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5"/>
              </a:spcBef>
            </a:pPr>
            <a:r>
              <a:rPr sz="6675" b="0" spc="-2220" baseline="-18726" dirty="0">
                <a:solidFill>
                  <a:srgbClr val="2A4B66"/>
                </a:solidFill>
                <a:latin typeface="Times New Roman"/>
                <a:cs typeface="Times New Roman"/>
              </a:rPr>
              <a:t>-</a:t>
            </a:r>
            <a:r>
              <a:rPr sz="2950" b="0" spc="20" dirty="0">
                <a:solidFill>
                  <a:srgbClr val="2A4B66"/>
                </a:solidFill>
                <a:latin typeface="Arial"/>
                <a:cs typeface="Arial"/>
              </a:rPr>
              <a:t>•</a:t>
            </a:r>
            <a:r>
              <a:rPr sz="2950" b="0" spc="-585" dirty="0">
                <a:solidFill>
                  <a:srgbClr val="2A4B66"/>
                </a:solidFill>
                <a:latin typeface="Arial"/>
                <a:cs typeface="Arial"/>
              </a:rPr>
              <a:t>•</a:t>
            </a:r>
            <a:r>
              <a:rPr sz="6675" b="0" spc="-1312" baseline="-18726" dirty="0">
                <a:solidFill>
                  <a:srgbClr val="2A4B66"/>
                </a:solidFill>
                <a:latin typeface="Times New Roman"/>
                <a:cs typeface="Times New Roman"/>
              </a:rPr>
              <a:t>·</a:t>
            </a:r>
            <a:r>
              <a:rPr sz="2950" b="0" spc="20" dirty="0">
                <a:solidFill>
                  <a:srgbClr val="2A4B66"/>
                </a:solidFill>
                <a:latin typeface="Arial"/>
                <a:cs typeface="Arial"/>
              </a:rPr>
              <a:t>•</a:t>
            </a:r>
            <a:endParaRPr sz="29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14CBBE7-D721-0A91-40C3-6C990B2D1E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676" y="0"/>
            <a:ext cx="19855528" cy="11306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62334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Custom</PresentationFormat>
  <Slides>7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PowerPoint Presentation</vt:lpstr>
      <vt:lpstr>PowerPoint Presentation</vt:lpstr>
      <vt:lpstr>-••·•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cp:revision>9</cp:revision>
  <dcterms:created xsi:type="dcterms:W3CDTF">2025-12-13T13:54:52Z</dcterms:created>
  <dcterms:modified xsi:type="dcterms:W3CDTF">2025-12-13T14:13:11Z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2025-12-13T00:00:00Z</vt:filetime>
  </property>
  <property fmtid="{D5CDD505-2E9C-101B-9397-08002B2CF9AE}" pid="3" name="LastSaved">
    <vt:filetime>2025-12-13T00:00:00Z</vt:filetime>
  </property>
</Properties>
</file>